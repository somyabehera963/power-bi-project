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Behaviour &amp; Trend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FF0000"/>
                </a:solidFill>
              </a:rPr>
              <a:t>Generated by Somya Ranjan Behera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Short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sz="2400"/>
              <a:t> Total Sales: ₹384K from 1,527 orders across all regions.</a:t>
            </a:r>
            <a:endParaRPr sz="2400"/>
          </a:p>
          <a:p>
            <a:r>
              <a:rPr sz="2400"/>
              <a:t> Average Customer Age: 41.12 years (41–50 age group leads with ₹100K sales).</a:t>
            </a:r>
            <a:endParaRPr sz="2400"/>
          </a:p>
          <a:p>
            <a:r>
              <a:rPr sz="2400"/>
              <a:t> Avg Shipping Time: 5.38 days | Total Sessions: 597</a:t>
            </a:r>
            <a:endParaRPr sz="2400"/>
          </a:p>
          <a:p>
            <a:r>
              <a:rPr lang="en-IN" sz="2400"/>
              <a:t> </a:t>
            </a:r>
            <a:r>
              <a:rPr sz="2400"/>
              <a:t>India leads in shipping time (758 days) and engagement (4.1K mins).</a:t>
            </a:r>
            <a:endParaRPr sz="2400"/>
          </a:p>
          <a:p>
            <a:r>
              <a:rPr sz="2400"/>
              <a:t> Google Pay &amp; PayPal dominate payment methods.</a:t>
            </a:r>
            <a:endParaRPr sz="2400"/>
          </a:p>
          <a:p>
            <a:r>
              <a:rPr sz="2400"/>
              <a:t> Mobile devices lead in order amount (₹134K).</a:t>
            </a:r>
            <a:endParaRPr sz="2400"/>
          </a:p>
          <a:p>
            <a:r>
              <a:rPr sz="2400"/>
              <a:t> Purchase and cart activity shows a positive trend.</a:t>
            </a:r>
            <a:endParaRPr sz="2400"/>
          </a:p>
          <a:p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</a:p>
          <a:p>
            <a:pPr marL="0" indent="0">
              <a:buNone/>
            </a:pPr>
            <a:r>
              <a:rPr sz="1800"/>
              <a:t>1. Focus on Age Group 41–50:</a:t>
            </a:r>
            <a:endParaRPr sz="1800"/>
          </a:p>
          <a:p>
            <a:pPr marL="0" indent="0">
              <a:buNone/>
            </a:pPr>
            <a:r>
              <a:rPr sz="2000"/>
              <a:t> Create loyalty programs and personalized offers.</a:t>
            </a:r>
            <a:endParaRPr sz="2000"/>
          </a:p>
          <a:p>
            <a:endParaRPr sz="2000"/>
          </a:p>
          <a:p>
            <a:pPr marL="0" indent="0">
              <a:buNone/>
            </a:pPr>
            <a:r>
              <a:rPr sz="2000"/>
              <a:t>2. Improve Shipping in India:</a:t>
            </a:r>
            <a:endParaRPr sz="2000"/>
          </a:p>
          <a:p>
            <a:pPr marL="0" indent="0">
              <a:buNone/>
            </a:pPr>
            <a:r>
              <a:rPr sz="2000"/>
              <a:t> Optimize logistics to reduce delivery time.</a:t>
            </a:r>
            <a:endParaRPr sz="2000"/>
          </a:p>
          <a:p>
            <a:endParaRPr sz="2000"/>
          </a:p>
          <a:p>
            <a:pPr marL="0" indent="0">
              <a:buNone/>
            </a:pPr>
            <a:r>
              <a:rPr sz="2000"/>
              <a:t>3. Enhance Mobile Experience:</a:t>
            </a:r>
            <a:endParaRPr sz="2000"/>
          </a:p>
          <a:p>
            <a:pPr marL="0" indent="0">
              <a:buNone/>
            </a:pPr>
            <a:r>
              <a:rPr sz="2000"/>
              <a:t> Invest in mobile app and mobile-optimized campaigns.</a:t>
            </a:r>
            <a:endParaRPr sz="2000"/>
          </a:p>
          <a:p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sz="1800"/>
          </a:p>
          <a:p>
            <a:pPr marL="0" indent="0">
              <a:buNone/>
            </a:pPr>
            <a:r>
              <a:rPr sz="1800"/>
              <a:t>4. Promote Preferred Payment Options:</a:t>
            </a:r>
            <a:endParaRPr sz="1800"/>
          </a:p>
          <a:p>
            <a:pPr marL="0" indent="0">
              <a:buNone/>
            </a:pPr>
            <a:r>
              <a:rPr sz="1800"/>
              <a:t>Highlight Google Pay and PayPal in promotions.</a:t>
            </a:r>
            <a:endParaRPr sz="1800"/>
          </a:p>
          <a:p>
            <a:endParaRPr sz="1800"/>
          </a:p>
          <a:p>
            <a:pPr marL="0" indent="0">
              <a:buNone/>
            </a:pPr>
            <a:r>
              <a:rPr sz="1800"/>
              <a:t>5. Target Low-Performing Segments:</a:t>
            </a:r>
            <a:endParaRPr sz="1800"/>
          </a:p>
          <a:p>
            <a:pPr marL="0" indent="0">
              <a:buNone/>
            </a:pPr>
            <a:r>
              <a:rPr sz="1800"/>
              <a:t> Use special offers for 18–20 age group and USA region.</a:t>
            </a:r>
            <a:endParaRPr sz="1800"/>
          </a:p>
          <a:p>
            <a:endParaRPr sz="1800"/>
          </a:p>
          <a:p>
            <a:pPr marL="0" indent="0">
              <a:buNone/>
            </a:pPr>
            <a:r>
              <a:rPr sz="1800"/>
              <a:t>6. Personalize User Experience:</a:t>
            </a:r>
            <a:endParaRPr sz="1800"/>
          </a:p>
          <a:p>
            <a:pPr marL="0" indent="0">
              <a:buNone/>
            </a:pPr>
            <a:r>
              <a:rPr sz="1800"/>
              <a:t> Leverage session data for AI-driven recommendations.</a:t>
            </a:r>
            <a:endParaRPr sz="1800"/>
          </a:p>
          <a:p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1021</Words>
  <Application>WPS Slides</Application>
  <PresentationFormat>On-screen Show (4:3)</PresentationFormat>
  <Paragraphs>39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Customer Behaviour &amp; Trend Analysis Report</vt:lpstr>
      <vt:lpstr>Short Report</vt:lpstr>
      <vt:lpstr>Business Recommendations (1/2)</vt:lpstr>
      <vt:lpstr>Business Recommendations (2/2)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WPS_1673586570</cp:lastModifiedBy>
  <cp:revision>2</cp:revision>
  <dcterms:created xsi:type="dcterms:W3CDTF">2013-01-27T09:14:00Z</dcterms:created>
  <dcterms:modified xsi:type="dcterms:W3CDTF">2025-04-13T06:27:33Z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E99613E3932A413BA735A797CA97548E_13</vt:lpwstr>
  </property>
  <property fmtid="{D5CDD505-2E9C-101B-9397-08002B2CF9AE}" pid="3" name="KSOProductBuildVer">
    <vt:lpwstr>1033-12.2.0.20782</vt:lpwstr>
  </property>
</Properties>
</file>